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F"/>
          </a:solidFill>
          <a:ln w="12700">
            <a:solidFill>
              <a:srgbClr val="060C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48640"/>
            <a:ext cx="6400800" cy="4023360"/>
          </a:xfrm>
          <a:prstGeom prst="rect">
            <a:avLst/>
          </a:prstGeom>
          <a:solidFill>
            <a:srgbClr val="0A1A3E">
              <a:alpha val="6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7315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🛡️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645920" y="1737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</a:t>
            </a:r>
            <a:pPr algn="ctr" indent="0" marL="0">
              <a:buNone/>
            </a:pPr>
            <a:r>
              <a:rPr lang="en-US" sz="5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Gestión para Seguridad Privada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4572000" cy="5029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"Vigilancia que piensa, tecnología que protege."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886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Análisis y Desarrollo de Software (ADSO)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SentinelApp?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303520" cy="1737360"/>
          </a:xfrm>
          <a:prstGeom prst="rect">
            <a:avLst/>
          </a:prstGeom>
          <a:solidFill>
            <a:srgbClr val="0A1A3E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SentinelApp es una plataforma web y móvil que digitaliza y moderniza la operación de las empresas de vigilancia privada, conectando a vigilantes y supervisores en tiempo real.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852160" y="914400"/>
            <a:ext cx="292608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y móvil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0A1A3E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3017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👮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en campo con el celular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0A1A3E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3017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en tiempo real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0A1A3E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3017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y genera informes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Problemática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trabajan hoy las empresas de vigilancia?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manual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Cuadernos que se pueden alterar sin verificación de ubicación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por llamada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registro, sin evidencia y sin posibilidad de hablar en peligro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2588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417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 rondas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240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verificar si la ronda se hizo realmente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" y="3154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evidencia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incidentes se reportan sin foto ni ubicación exacta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3154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Vigilante desprotegido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emergencias no hay canal rápido para pedir auxilio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2834640" cy="1554480"/>
          </a:xfrm>
          <a:prstGeom prst="rect">
            <a:avLst/>
          </a:prstGeom>
          <a:solidFill>
            <a:srgbClr val="1A0005">
              <a:alpha val="80000"/>
            </a:srgbClr>
          </a:solidFill>
          <a:ln w="12700">
            <a:solidFill>
              <a:srgbClr val="FF1744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154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72200" y="3657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1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estadísticas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977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datos para medir el desempeño del equipo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Módulos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1719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 GPS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084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salida con geolocalización automática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170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0" y="1719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Rondas QR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084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puntos con escaneo de códigos QR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1440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914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170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72200" y="17190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Novedades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084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foto, descripción y coordenadas GPS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83464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" y="30906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8600" y="3639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Interno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" y="40050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directa y grupal entre el equipo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283464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3464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30906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🆘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00400" y="3639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Pánico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0" y="40050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inmediata al supervisor con ubicación GPS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72200" y="2834640"/>
            <a:ext cx="2834640" cy="173736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2834640"/>
            <a:ext cx="45720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834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09067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72200" y="3639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40050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indicadores de desempeño en tiempo real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Respaldo de Investigación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aplicada a 40 personas del sector de vigilancia privada en Colombia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57400" cy="24688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FF174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057400" cy="73152"/>
          </a:xfrm>
          <a:prstGeom prst="rect">
            <a:avLst/>
          </a:prstGeom>
          <a:solidFill>
            <a:srgbClr val="FF1744">
              <a:alpha val="80000"/>
            </a:srgbClr>
          </a:solidFill>
          <a:ln w="12700">
            <a:solidFill>
              <a:srgbClr val="FF1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716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1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24231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 sistemas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para turnos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1448" y="1234440"/>
            <a:ext cx="2057400" cy="24688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FFC10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1234440"/>
            <a:ext cx="2057400" cy="73152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3716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41448" y="24231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novedades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cuaderno o llamada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1234440"/>
            <a:ext cx="2057400" cy="24688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FFC10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1234440"/>
            <a:ext cx="2057400" cy="73152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13716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54296" y="24231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tenido dificultades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comunicación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67144" y="1234440"/>
            <a:ext cx="2057400" cy="24688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00E67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1234440"/>
            <a:ext cx="2057400" cy="73152"/>
          </a:xfrm>
          <a:prstGeom prst="rect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3716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67144" y="242316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útil 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pánico digital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Encuesta propia aplicada a vigilantes, supervisores y administradores · Bogotá,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visualizados: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7A86B8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789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" y="1664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0058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758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41448" y="10789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41448" y="1664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41448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54296" y="10058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E44D2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54296" y="10789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54296" y="1664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54296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67144" y="10058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67144" y="10789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67144" y="16642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Web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67144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00E67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2907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28600" y="3493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+ HTTPS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" y="3840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41448" y="28346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F05032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41448" y="2907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441448" y="3493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41448" y="3840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54296" y="28346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FFC107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54296" y="2907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654296" y="3493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API HTML5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54296" y="3840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67144" y="2834640"/>
            <a:ext cx="2057400" cy="1600200"/>
          </a:xfrm>
          <a:prstGeom prst="rect">
            <a:avLst/>
          </a:prstGeom>
          <a:solidFill>
            <a:srgbClr val="060C1F">
              <a:alpha val="80000"/>
            </a:srgbClr>
          </a:solidFill>
          <a:ln w="12700">
            <a:solidFill>
              <a:srgbClr val="4DB8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67144" y="2907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867144" y="349300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/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67144" y="38404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D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vigilante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2286000"/>
            <a:ext cx="13716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con GPS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2286000"/>
            <a:ext cx="13716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5468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15468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puntos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en la ronda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2286000"/>
            <a:ext cx="13716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1772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novedades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foto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286000"/>
            <a:ext cx="13716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08076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🆘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08076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pánico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emergencias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286000"/>
            <a:ext cx="13716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1005840"/>
            <a:ext cx="1325880" cy="3474720"/>
          </a:xfrm>
          <a:prstGeom prst="rect">
            <a:avLst/>
          </a:prstGeom>
          <a:solidFill>
            <a:srgbClr val="060C1F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63840" y="1097280"/>
            <a:ext cx="685800" cy="594360"/>
          </a:xfrm>
          <a:prstGeom prst="ellipse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109728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543800" y="1828800"/>
            <a:ext cx="1325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543800" y="251460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el panel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operativo completo — Todo queda registrado en la base de datos con fecha, hora y GPS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Estimación de Costos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265176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00D4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$10.460.000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+ servidor VPS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005840"/>
            <a:ext cx="2011680" cy="265176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00E67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💿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87168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87168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$120.000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87168" y="2651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email SMTP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(resto es gratuito)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2011680" cy="265176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FFC10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Humano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$75.600.000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2651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 · 6 meses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 mayor costo)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12864" y="1005840"/>
            <a:ext cx="2011680" cy="265176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94A3B8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12864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Imprevistos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12864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$8.618.000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12864" y="26517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del total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contingencias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8595360" cy="822960"/>
          </a:xfrm>
          <a:prstGeom prst="rect">
            <a:avLst/>
          </a:prstGeom>
          <a:solidFill>
            <a:srgbClr val="0A1A3E">
              <a:alpha val="80000"/>
            </a:srgbClr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TOTAL DEL PROYECTO: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8404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$94.798.000 COP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SentinelApp?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8404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00E676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73152"/>
          </a:xfrm>
          <a:prstGeom prst="rect">
            <a:avLst/>
          </a:prstGeom>
          <a:solidFill>
            <a:srgbClr val="00E676">
              <a:alpha val="9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👮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del Vigilante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1920240" cy="0"/>
          </a:xfrm>
          <a:prstGeom prst="line">
            <a:avLst/>
          </a:prstGeom>
          <a:noFill/>
          <a:ln w="12700">
            <a:solidFill>
              <a:srgbClr val="00E67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Botón de pánico en tiempo real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GPS activo en todo momento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958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Canal directo con el supervisor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834640" cy="38404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00D4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2834640" cy="73152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1691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del Supervisor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03320" y="2176272"/>
            <a:ext cx="192024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Visión total del equipo en campo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907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Alertas instantáneas de emergencia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52958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Historial completo y verificable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960120"/>
            <a:ext cx="2834640" cy="3840480"/>
          </a:xfrm>
          <a:prstGeom prst="rect">
            <a:avLst/>
          </a:prstGeom>
          <a:solidFill>
            <a:srgbClr val="060C1F">
              <a:alpha val="80000"/>
            </a:srgbClr>
          </a:solidFill>
          <a:ln w="25400">
            <a:solidFill>
              <a:srgbClr val="FFC107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960120"/>
            <a:ext cx="2834640" cy="73152"/>
          </a:xfrm>
          <a:prstGeom prst="rect">
            <a:avLst/>
          </a:prstGeom>
          <a:solidFill>
            <a:srgbClr val="FFC107">
              <a:alpha val="9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51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del Cliente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2176272"/>
            <a:ext cx="1920240" cy="0"/>
          </a:xfrm>
          <a:prstGeom prst="line">
            <a:avLst/>
          </a:prstGeom>
          <a:noFill/>
          <a:ln w="12700">
            <a:solidFill>
              <a:srgbClr val="FFC107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2860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Reportes con evidencia fotográfica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90779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Estadísticas de desempeño reales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52958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Trazabilidad de cada turno y ronda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60F">
              <a:alpha val="70000"/>
            </a:srgbClr>
          </a:solidFill>
          <a:ln w="12700">
            <a:solidFill>
              <a:srgbClr val="0406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4572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</a:t>
            </a:r>
            <a:pPr algn="ctr" indent="0" marL="0">
              <a:buNone/>
            </a:pPr>
            <a:r>
              <a:rPr lang="en-US" sz="50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1828800" y="2423160"/>
            <a:ext cx="5486400" cy="59436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4414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"Vigilancia que piensa, tecnología que protege."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Análisis y Desarrollo de Software (ADSO) ·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Preguntasy comentarios bienvenidos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SentinelApp — Presentación del Proyecto</dc:title>
  <dc:subject>PptxGenJS Presentation</dc:subject>
  <dc:creator>PptxGenJS</dc:creator>
  <cp:lastModifiedBy>PptxGenJS</cp:lastModifiedBy>
  <cp:revision>1</cp:revision>
  <dcterms:created xsi:type="dcterms:W3CDTF">2026-03-19T14:58:28Z</dcterms:created>
  <dcterms:modified xsi:type="dcterms:W3CDTF">2026-03-19T14:58:28Z</dcterms:modified>
</cp:coreProperties>
</file>