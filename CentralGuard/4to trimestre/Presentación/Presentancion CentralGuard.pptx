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embeddedFontLst>
    <p:embeddedFont>
      <p:font typeface="MS Mincho" panose="02020609040205080304" pitchFamily="49" charset="-128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Work Sans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2" d="100"/>
          <a:sy n="62" d="100"/>
        </p:scale>
        <p:origin x="804" y="52"/>
      </p:cViewPr>
      <p:guideLst>
        <p:guide orient="horz" pos="595"/>
        <p:guide pos="3840"/>
        <p:guide orient="horz" pos="1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58f4a72c5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g3958f4a72c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62abf5e3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3962abf5e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62abf5e38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g3962abf5e3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8cb5ef09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g3a8cb5ef0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8cb5ef095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g3a8cb5ef09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cb5ef095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3a8cb5ef09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 lang="es-CO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963672" y="2551837"/>
            <a:ext cx="6453600" cy="2303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s-CO" sz="5400" b="1" dirty="0" err="1">
                <a:solidFill>
                  <a:srgbClr val="404040"/>
                </a:solidFill>
              </a:rPr>
              <a:t>CentralGuard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 b="1" i="0" u="none" strike="noStrike" cap="none" dirty="0">
                <a:solidFill>
                  <a:srgbClr val="40404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Guardianes de tu confianza.</a:t>
            </a:r>
            <a:endParaRPr sz="2400" b="1" i="0" u="none" strike="noStrike" cap="none" dirty="0">
              <a:solidFill>
                <a:srgbClr val="40404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endParaRPr sz="5400" b="1" i="0" u="none" strike="noStrike" cap="none" dirty="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542600" y="3950375"/>
            <a:ext cx="47124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Kevin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Adrian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Enciso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Enciso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s-CO" sz="1400" b="0" i="0" u="none" strike="noStrike" cap="none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Sheyder</a:t>
            </a:r>
            <a:r>
              <a:rPr lang="es-CO" sz="14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Daniel Sierra Galeano 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s-CO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Jesús Daniel Reyes </a:t>
            </a:r>
            <a:r>
              <a:rPr lang="es-CO" dirty="0" err="1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Tobasura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Paula Camila Suárez Ramos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Angie Paola Fajardo Cuadros</a:t>
            </a:r>
            <a:endParaRPr sz="14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58f4a72c5_0_3"/>
          <p:cNvSpPr txBox="1"/>
          <p:nvPr/>
        </p:nvSpPr>
        <p:spPr>
          <a:xfrm>
            <a:off x="1022700" y="2639150"/>
            <a:ext cx="10146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60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7200" b="1" i="0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95" name="Google Shape;95;g3958f4a72c5_0_3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942450" y="2555565"/>
            <a:ext cx="10307100" cy="150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 panose="020B0604020202020204"/>
              <a:buNone/>
            </a:pPr>
            <a:endParaRPr sz="23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 panose="020B0604020202020204"/>
              <a:buNone/>
            </a:pPr>
            <a:endParaRPr sz="23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ctr"/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Desarrollar una aplicación web y móvil denominada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CentralGuard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 permita la gestión integral de seguridad y vigilancia</a:t>
            </a:r>
            <a:endParaRPr dirty="0"/>
          </a:p>
        </p:txBody>
      </p:sp>
      <p:sp>
        <p:nvSpPr>
          <p:cNvPr id="102" name="Google Shape;102;p5"/>
          <p:cNvSpPr txBox="1"/>
          <p:nvPr/>
        </p:nvSpPr>
        <p:spPr>
          <a:xfrm>
            <a:off x="772100" y="1158250"/>
            <a:ext cx="10006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 panose="020B0604020202020204"/>
              <a:buNone/>
            </a:pPr>
            <a:r>
              <a:rPr lang="es-CO" sz="60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7200" b="1" i="0" u="none" strike="noStrike" cap="non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62abf5e38_0_0"/>
          <p:cNvSpPr txBox="1"/>
          <p:nvPr/>
        </p:nvSpPr>
        <p:spPr>
          <a:xfrm>
            <a:off x="1022700" y="2639150"/>
            <a:ext cx="10146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6000" b="1" i="0" u="none" strike="noStrike" cap="none" dirty="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</a:t>
            </a:r>
            <a:r>
              <a:rPr lang="es-CO" sz="60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especificos</a:t>
            </a:r>
            <a:endParaRPr sz="7200" b="1" i="0" u="none" strike="noStrike" cap="none" dirty="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8" name="Google Shape;108;g3962abf5e38_0_0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62abf5e38_0_5"/>
          <p:cNvSpPr txBox="1"/>
          <p:nvPr/>
        </p:nvSpPr>
        <p:spPr>
          <a:xfrm>
            <a:off x="456236" y="416689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5" name="Google Shape;115;g3962abf5e38_0_5"/>
          <p:cNvSpPr txBox="1"/>
          <p:nvPr/>
        </p:nvSpPr>
        <p:spPr>
          <a:xfrm>
            <a:off x="1092900" y="787489"/>
            <a:ext cx="10006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 panose="020B0604020202020204"/>
              <a:buNone/>
            </a:pPr>
            <a:r>
              <a:rPr lang="es-CO" sz="6000" b="1" i="0" u="none" strike="noStrike" cap="none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sz="7200" b="1" i="0" u="none" strike="noStrike" cap="none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71225" y="3032734"/>
            <a:ext cx="1124955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Desarrollar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sistema de alertas en tiempo real y comunicación mediante chat entre vigilantes y supervisores.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módulos de consulta y seguimiento de incidentes, rondas y turnos mediante historiales y filtros avanzados.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Garantizar la seguridad de la información mediante cifrado de contraseñas, control de acceso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comunicación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segura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/>
        </p:nvSpPr>
        <p:spPr>
          <a:xfrm>
            <a:off x="1022700" y="2608175"/>
            <a:ext cx="101466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72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sz="7200" b="1" i="0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1" name="Google Shape;121;p2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277301" y="2336624"/>
            <a:ext cx="10307100" cy="3000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 panose="020B0604020202020204"/>
              <a:buNone/>
            </a:pPr>
            <a:endParaRPr sz="23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r>
              <a:rPr lang="en-US" sz="3200" dirty="0"/>
              <a:t>¿De qué manera se puede optimizar la gestión de incidentes, la vigilancia y la comunicación en tiempo real entre vigilantes, supervisores y administradores mediante una aplicación móvil y web de seguridad inteligente?</a:t>
            </a:r>
          </a:p>
        </p:txBody>
      </p:sp>
      <p:sp>
        <p:nvSpPr>
          <p:cNvPr id="128" name="Google Shape;128;p4"/>
          <p:cNvSpPr txBox="1"/>
          <p:nvPr/>
        </p:nvSpPr>
        <p:spPr>
          <a:xfrm>
            <a:off x="772100" y="1158250"/>
            <a:ext cx="100062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 panose="020B0604020202020204"/>
              <a:buNone/>
            </a:pPr>
            <a:r>
              <a:rPr lang="es-CO" sz="72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sz="7200" b="1" i="0" u="none" strike="noStrike" cap="non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8cb5ef095_0_0"/>
          <p:cNvSpPr txBox="1"/>
          <p:nvPr/>
        </p:nvSpPr>
        <p:spPr>
          <a:xfrm>
            <a:off x="1022700" y="2608175"/>
            <a:ext cx="101466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7200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Modulos</a:t>
            </a:r>
            <a:endParaRPr sz="7200"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34" name="Google Shape;134;g3a8cb5ef095_0_0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8cb5ef095_0_5"/>
          <p:cNvSpPr txBox="1"/>
          <p:nvPr/>
        </p:nvSpPr>
        <p:spPr>
          <a:xfrm>
            <a:off x="456236" y="452200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Módulo de Gestión de Usuarios</a:t>
            </a:r>
            <a:endParaRPr lang="en-US" sz="9700"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3900" dirty="0"/>
          </a:p>
        </p:txBody>
      </p:sp>
      <p:sp>
        <p:nvSpPr>
          <p:cNvPr id="140" name="Google Shape;140;g3a8cb5ef095_0_5"/>
          <p:cNvSpPr txBox="1"/>
          <p:nvPr/>
        </p:nvSpPr>
        <p:spPr>
          <a:xfrm>
            <a:off x="580513" y="1207444"/>
            <a:ext cx="10307100" cy="21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RF-01: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permitir el registro de usuarios mediante correo electrónico y contraseña, validando el formato del correo y almacenando la contraseña cifrada.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RF-02: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permitir la autenticación de usuarios mediante inicio de sesión con control de roles (administrador, supervisor, vigilante).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RF-03: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permitir la gestión de perfiles de usuario (crear, editar, activar, desactivar).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Google Shape;139;g3a8cb5ef095_0_5"/>
          <p:cNvSpPr txBox="1"/>
          <p:nvPr/>
        </p:nvSpPr>
        <p:spPr>
          <a:xfrm>
            <a:off x="456236" y="3591903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Módulo de Incidentes</a:t>
            </a:r>
            <a:endParaRPr lang="en-US" sz="9700"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3900" dirty="0"/>
          </a:p>
        </p:txBody>
      </p:sp>
      <p:sp>
        <p:nvSpPr>
          <p:cNvPr id="8" name="Google Shape;140;g3a8cb5ef095_0_5"/>
          <p:cNvSpPr txBox="1"/>
          <p:nvPr/>
        </p:nvSpPr>
        <p:spPr>
          <a:xfrm>
            <a:off x="456236" y="4347147"/>
            <a:ext cx="10307100" cy="21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RF-01: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permitir el registro de usuarios mediante correo electrónico y contraseña, validando el formato del correo y almacenando la contraseña cifrada.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RF-02: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permitir la autenticación de usuarios mediante inicio de sesión con control de roles (administrador, supervisor, vigilante).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RF-03: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permitir la gestión de perfiles de usuario (crear, editar, activar, desactivar).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9;g3a8cb5ef095_0_5"/>
          <p:cNvSpPr txBox="1"/>
          <p:nvPr/>
        </p:nvSpPr>
        <p:spPr>
          <a:xfrm>
            <a:off x="456236" y="452200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Módulo de Reporte </a:t>
            </a:r>
            <a:endParaRPr lang="en-US" sz="9700"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3900" dirty="0"/>
          </a:p>
        </p:txBody>
      </p:sp>
      <p:sp>
        <p:nvSpPr>
          <p:cNvPr id="5" name="Google Shape;140;g3a8cb5ef095_0_5"/>
          <p:cNvSpPr txBox="1"/>
          <p:nvPr/>
        </p:nvSpPr>
        <p:spPr>
          <a:xfrm>
            <a:off x="580513" y="1207444"/>
            <a:ext cx="10307100" cy="184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RF-01: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enviar alertas en tiempo real cuando se reporte un incidente o se active el botón de pánico.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RF-02: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permitir comunicación mediante chat entre vigilantes y supervisores.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RF-03: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incluir un botón de pánico que envíe ubicación en tiempo real.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Google Shape;139;g3a8cb5ef095_0_5"/>
          <p:cNvSpPr txBox="1"/>
          <p:nvPr/>
        </p:nvSpPr>
        <p:spPr>
          <a:xfrm>
            <a:off x="456236" y="3429000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3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Módulo de Historial </a:t>
            </a:r>
            <a:endParaRPr lang="en-US" sz="9700"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3900" dirty="0"/>
          </a:p>
        </p:txBody>
      </p:sp>
      <p:sp>
        <p:nvSpPr>
          <p:cNvPr id="7" name="Google Shape;140;g3a8cb5ef095_0_5"/>
          <p:cNvSpPr txBox="1"/>
          <p:nvPr/>
        </p:nvSpPr>
        <p:spPr>
          <a:xfrm>
            <a:off x="580513" y="4134622"/>
            <a:ext cx="10307100" cy="1525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RF-01: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almacenar el historial de incidentes, turnos y rondas.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RF-02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: El sistema debe permitir consultar el historial mediante filtros.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RF-03: </a:t>
            </a:r>
            <a:r>
              <a:rPr lang="es-MX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El sistema debe permitir exportar reportes para análisis.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400</Words>
  <Application>Microsoft Office PowerPoint</Application>
  <PresentationFormat>Panorámica</PresentationFormat>
  <Paragraphs>38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Cambria</vt:lpstr>
      <vt:lpstr>Times New Roman</vt:lpstr>
      <vt:lpstr>Calibri</vt:lpstr>
      <vt:lpstr>Work Sans</vt:lpstr>
      <vt:lpstr>MS Mincho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Satoru Gojo</cp:lastModifiedBy>
  <cp:revision>9</cp:revision>
  <dcterms:created xsi:type="dcterms:W3CDTF">2020-10-01T23:51:00Z</dcterms:created>
  <dcterms:modified xsi:type="dcterms:W3CDTF">2026-09-18T17:19:09Z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ICV">
    <vt:lpwstr>7FE8B0C3E9004F05BFA7455623D03957_12</vt:lpwstr>
  </property>
  <property fmtid="{D5CDD505-2E9C-101B-9397-08002B2CF9AE}" pid="10" name="KSOProductBuildVer">
    <vt:lpwstr>2058-12.1.0.26880</vt:lpwstr>
  </property>
</Properties>
</file>