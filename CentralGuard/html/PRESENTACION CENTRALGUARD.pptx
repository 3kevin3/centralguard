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Work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UK8qBy0sriboAY2gH9QTVenNF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WorkSa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WorkSans-italic.fntdata"/><Relationship Id="rId6" Type="http://schemas.openxmlformats.org/officeDocument/2006/relationships/slide" Target="slides/slide1.xml"/><Relationship Id="rId18" Type="http://schemas.openxmlformats.org/officeDocument/2006/relationships/font" Target="fonts/Work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58f4a72c5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958f4a72c5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62abf5e3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962abf5e3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62abf5e38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962abf5e38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8cb5ef09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a8cb5ef09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cb5ef095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a8cb5ef095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8cb5ef095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a8cb5ef095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963672" y="2551837"/>
            <a:ext cx="6453600" cy="2303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54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CentralGuard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24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Guardianes de tu confianza.</a:t>
            </a:r>
            <a:endParaRPr b="1" i="0" sz="2400" u="none" cap="none" strike="noStrik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t/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542600" y="3950375"/>
            <a:ext cx="47124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Kevin Adrian Enciso Enciso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Sheyder Daniel Sierra Galeano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Jesús Daniel Reyes Tobasura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Paula Camila Suárez Ramos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Angie Paola Fajardo Cuadros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58f4a72c5_0_3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95" name="Google Shape;95;g3958f4a72c5_0_3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942450" y="2555565"/>
            <a:ext cx="10307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una aplicación web y móvil denominada </a:t>
            </a:r>
            <a:r>
              <a:rPr b="0" i="1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CentralGuard </a:t>
            </a: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permita la gestión </a:t>
            </a:r>
            <a:r>
              <a:rPr i="0" lang="es-CO" sz="2000" u="none" cap="none" strike="noStrike">
                <a:solidFill>
                  <a:schemeClr val="dk1"/>
                </a:solidFill>
              </a:rPr>
              <a:t>integral </a:t>
            </a: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seguridad y vigilancia, facilitando el registro y monitoreo de incidentes en tiempo real,</a:t>
            </a:r>
            <a:endParaRPr>
              <a:solidFill>
                <a:srgbClr val="FF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772100" y="1158250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O" sz="6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62abf5e38_0_0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especificos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8" name="Google Shape;108;g3962abf5e38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62abf5e38_0_5"/>
          <p:cNvSpPr txBox="1"/>
          <p:nvPr/>
        </p:nvSpPr>
        <p:spPr>
          <a:xfrm>
            <a:off x="456236" y="416689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962abf5e38_0_5"/>
          <p:cNvSpPr txBox="1"/>
          <p:nvPr/>
        </p:nvSpPr>
        <p:spPr>
          <a:xfrm>
            <a:off x="1092900" y="787489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O" sz="6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b="1" i="0" sz="7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5" name="Google Shape;115;g3962abf5e38_0_5"/>
          <p:cNvSpPr/>
          <p:nvPr/>
        </p:nvSpPr>
        <p:spPr>
          <a:xfrm>
            <a:off x="471225" y="2201739"/>
            <a:ext cx="1124955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Implementar un módulo de reporte de incidentes que permita registrar información detallada, ubicación GPS y evidencia fotográfica.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Desarrollar un sistema de alertas en tiempo real y comunicación mediante chat entre vigilantes y supervisores.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Integrar un botón de pánico que permita enviar ubicación en tiempo real ante situaciones de emergencia.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Crear módulos de consulta y seguimiento de incidentes, rondas y turnos mediante historiales y filtros avanzados.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Garantizar la seguridad de la información mediante cifrado de contraseñas, control de acceso y comunicación segura HTTPS.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Optimizar el rendimiento y disponibilidad de la aplicación para soportar múltiples usuarios concurrentes.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Asegurar la compatibilidad de la aplicación en navegadores modernos y dispositivos móviles Android e iOS.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Diseñar una arquitectura escalable que permita el crecimiento del sistema sin afectar su rendimiento.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/>
        </p:nvSpPr>
        <p:spPr>
          <a:xfrm>
            <a:off x="1022700" y="2608175"/>
            <a:ext cx="10146600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1" name="Google Shape;121;p2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277301" y="2336624"/>
            <a:ext cx="10307100" cy="300079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¿De qué manera se puede optimizar la gestión de incidentes, la vigilancia y la comunicación en tiempo real entre vigilantes, supervisores y administradores mediante una aplicación móvil y web de seguridad inteligente?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772100" y="1158250"/>
            <a:ext cx="10006200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O" sz="72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b="1" i="0" sz="7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8cb5ef095_0_0"/>
          <p:cNvSpPr txBox="1"/>
          <p:nvPr/>
        </p:nvSpPr>
        <p:spPr>
          <a:xfrm>
            <a:off x="1022700" y="2608175"/>
            <a:ext cx="10146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Modulos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4" name="Google Shape;134;g3a8cb5ef095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8cb5ef095_0_5"/>
          <p:cNvSpPr txBox="1"/>
          <p:nvPr/>
        </p:nvSpPr>
        <p:spPr>
          <a:xfrm>
            <a:off x="456236" y="45220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Gestión de Usuarios</a:t>
            </a:r>
            <a:endParaRPr b="1" i="0" sz="97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t/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a8cb5ef095_0_5"/>
          <p:cNvSpPr txBox="1"/>
          <p:nvPr/>
        </p:nvSpPr>
        <p:spPr>
          <a:xfrm>
            <a:off x="580513" y="1207444"/>
            <a:ext cx="10307100" cy="21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RF-01: 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permitir el registro de usuarios mediante correo electrónico y contraseña, validando el formato del correo y almacenando la contraseña cifrada.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RF-02: 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permitir la autenticación de usuarios mediante inicio de sesión con control de roles (administrador, supervisor, vigilante).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RF-03: 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permitir la gestión de perfiles de usuario (crear, editar, activar, desactivar).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g3a8cb5ef095_0_5"/>
          <p:cNvSpPr txBox="1"/>
          <p:nvPr/>
        </p:nvSpPr>
        <p:spPr>
          <a:xfrm>
            <a:off x="456236" y="3591903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Incidentes</a:t>
            </a:r>
            <a:endParaRPr b="1" i="0" sz="97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t/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a8cb5ef095_0_5"/>
          <p:cNvSpPr txBox="1"/>
          <p:nvPr/>
        </p:nvSpPr>
        <p:spPr>
          <a:xfrm>
            <a:off x="456236" y="4347147"/>
            <a:ext cx="10307100" cy="21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RF-01: 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permitir el registro de usuarios mediante correo electrónico y contraseña, validando el formato del correo y almacenando la contraseña cifrada.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RF-02: 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permitir la autenticación de usuarios mediante inicio de sesión con control de roles (administrador, supervisor, vigilante).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RF-03: 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permitir la gestión de perfiles de usuario (crear, editar, activar, desactivar).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8cb5ef095_0_11"/>
          <p:cNvSpPr txBox="1"/>
          <p:nvPr/>
        </p:nvSpPr>
        <p:spPr>
          <a:xfrm>
            <a:off x="456236" y="45220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Reporte </a:t>
            </a:r>
            <a:endParaRPr b="1" i="0" sz="97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t/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a8cb5ef095_0_11"/>
          <p:cNvSpPr txBox="1"/>
          <p:nvPr/>
        </p:nvSpPr>
        <p:spPr>
          <a:xfrm>
            <a:off x="580513" y="1207444"/>
            <a:ext cx="10307100" cy="18435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RF-01: 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enviar alertas en tiempo real cuando se reporte un incidente o se active el botón de pánico.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RF-02: 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permitir comunicación mediante chat entre vigilantes y supervisores.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RF-03: 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incluir un botón de pánico que envíe ubicación en tiempo real.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9" name="Google Shape;149;g3a8cb5ef095_0_11"/>
          <p:cNvSpPr txBox="1"/>
          <p:nvPr/>
        </p:nvSpPr>
        <p:spPr>
          <a:xfrm>
            <a:off x="456236" y="342900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Historial </a:t>
            </a:r>
            <a:endParaRPr b="1" i="0" sz="97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t/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a8cb5ef095_0_11"/>
          <p:cNvSpPr txBox="1"/>
          <p:nvPr/>
        </p:nvSpPr>
        <p:spPr>
          <a:xfrm>
            <a:off x="580513" y="4134622"/>
            <a:ext cx="10307100" cy="15250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RF-01: 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almacenar el historial de incidentes, turnos y rondas.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RF-02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El sistema debe permitir consultar el historial mediante filtros.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RF-03: 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permitir exportar reportes para análisis.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