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embeddedFontLst>
    <p:embeddedFont>
      <p:font typeface="Calibri" panose="020F0502020204030204"/>
      <p:regular r:id="rId18"/>
      <p:bold r:id="rId19"/>
      <p:italic r:id="rId20"/>
      <p:boldItalic r:id="rId21"/>
    </p:embeddedFont>
    <p:embeddedFont>
      <p:font typeface="Work Sans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2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8f4a72c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2" name="Google Shape;92;g3958f4a72c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2abf5e3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5" name="Google Shape;105;g3962abf5e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2abf5e38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1" name="Google Shape;111;g3962abf5e3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cb5ef0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1" name="Google Shape;131;g3a8cb5ef0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cb5ef09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7" name="Google Shape;137;g3a8cb5ef0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cb5ef095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43" name="Google Shape;143;g3a8cb5ef09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n blanco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a de título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y objetos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Encabezado de sección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os objetos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ción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lo el título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ido con título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n con título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y texto vertical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ítulo vertical y texto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230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CO" sz="5400" b="1" dirty="0" err="1">
                <a:solidFill>
                  <a:srgbClr val="404040"/>
                </a:solidFill>
              </a:rPr>
              <a:t>CentralGuard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Guardianes de tu confianza.</a:t>
            </a:r>
            <a:endParaRPr sz="2400" b="1" i="0" u="none" strike="noStrike" cap="none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542600" y="3950375"/>
            <a:ext cx="471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Kevin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Adrian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Enciso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Enciso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s-CO" sz="1400" b="0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Sheyder</a:t>
            </a: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Daniel Sierra Galeano 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s-CO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Jesús Daniel Reyes </a:t>
            </a:r>
            <a:r>
              <a:rPr lang="es-CO" dirty="0" err="1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Tobasura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Paula Camila Suárez Ramos</a:t>
            </a:r>
            <a:endParaRPr lang="es-CO" sz="14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Angie Paola Fajardo Cuadros</a:t>
            </a:r>
            <a:endParaRPr sz="14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8f4a72c5_0_3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5" name="Google Shape;95;g3958f4a72c5_0_3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42450" y="2555565"/>
            <a:ext cx="10307100" cy="150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20204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20204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ctr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Desarrollar una aplicación web y móvil denominada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CentralGuard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 permita la gestión integral de seguridad y vigilancia</a:t>
            </a:r>
            <a:endParaRPr dirty="0"/>
          </a:p>
        </p:txBody>
      </p:sp>
      <p:sp>
        <p:nvSpPr>
          <p:cNvPr id="102" name="Google Shape;102;p5"/>
          <p:cNvSpPr txBox="1"/>
          <p:nvPr/>
        </p:nvSpPr>
        <p:spPr>
          <a:xfrm>
            <a:off x="772100" y="1158250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20204"/>
              <a:buNone/>
            </a:pPr>
            <a:r>
              <a:rPr lang="es-CO" sz="6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2abf5e38_0_0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especificos</a:t>
            </a:r>
            <a:endParaRPr sz="7200" b="1" i="0" u="none" strike="noStrike" cap="none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g3962abf5e38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abf5e38_0_5"/>
          <p:cNvSpPr txBox="1"/>
          <p:nvPr/>
        </p:nvSpPr>
        <p:spPr>
          <a:xfrm>
            <a:off x="456236" y="416689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g3962abf5e38_0_5"/>
          <p:cNvSpPr txBox="1"/>
          <p:nvPr/>
        </p:nvSpPr>
        <p:spPr>
          <a:xfrm>
            <a:off x="1092900" y="787489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20204"/>
              <a:buNone/>
            </a:pPr>
            <a:r>
              <a:rPr lang="es-CO" sz="60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71225" y="2201739"/>
            <a:ext cx="1124955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Implementar un módulo de reporte de incidentes que permita registrar información detallada, ubicación GPS y evidencia fotográfica.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Desarrollar un sistema de alertas en tiempo real y comunicación mediante chat entre vigilantes y supervisores.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Integrar un botón de pánico que permita enviar ubicación en tiempo real ante situaciones de emergencia.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Crear módulos de consulta y seguimiento de incidentes, rondas y turnos mediante historiales y filtros avanzados.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Garantizar la seguridad de la información mediante cifrado de contraseñas, control de acceso y comunicación segura HTTPS.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Optimizar el rendimiento y disponibilidad de la aplicación para soportar múltiples usuarios concurrentes.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Asegurar la compatibilidad de la aplicación en navegadores modernos y dispositivos móviles Android e iOS.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Diseñar una arquitectura escalable que permita el crecimiento del sistema sin afectar su rendimiento.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1022700" y="2608175"/>
            <a:ext cx="10146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2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277301" y="2336624"/>
            <a:ext cx="10307100" cy="300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20204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US" sz="3200" dirty="0"/>
              <a:t>¿De qué manera se puede optimizar la gestión de incidentes, la vigilancia y la comunicación en tiempo real entre vigilantes, supervisores y administradores mediante una aplicación móvil y web de seguridad inteligente?</a:t>
            </a:r>
            <a:endParaRPr lang="en-US" sz="3200" dirty="0"/>
          </a:p>
        </p:txBody>
      </p:sp>
      <p:sp>
        <p:nvSpPr>
          <p:cNvPr id="128" name="Google Shape;128;p4"/>
          <p:cNvSpPr txBox="1"/>
          <p:nvPr/>
        </p:nvSpPr>
        <p:spPr>
          <a:xfrm>
            <a:off x="772100" y="1158250"/>
            <a:ext cx="100062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20204"/>
              <a:buNone/>
            </a:pPr>
            <a:r>
              <a:rPr lang="es-CO" sz="72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cb5ef095_0_0"/>
          <p:cNvSpPr txBox="1"/>
          <p:nvPr/>
        </p:nvSpPr>
        <p:spPr>
          <a:xfrm>
            <a:off x="1022700" y="2608175"/>
            <a:ext cx="10146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Modulos</a:t>
            </a:r>
            <a:endParaRPr sz="72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4" name="Google Shape;134;g3a8cb5ef095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cb5ef095_0_5"/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 de Gestión de Usuarios</a:t>
            </a:r>
            <a:endParaRPr lang="en-US" sz="97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3900" dirty="0"/>
          </a:p>
        </p:txBody>
      </p:sp>
      <p:sp>
        <p:nvSpPr>
          <p:cNvPr id="140" name="Google Shape;140;g3a8cb5ef095_0_5"/>
          <p:cNvSpPr txBox="1"/>
          <p:nvPr/>
        </p:nvSpPr>
        <p:spPr>
          <a:xfrm>
            <a:off x="580513" y="1207444"/>
            <a:ext cx="10307100" cy="2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RF-01: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el registro de usuarios mediante correo electrónico y contraseña, validando el formato del correo y almacenando la contraseña cifrada.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RF-02: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la autenticación de usuarios mediante inicio de sesión con control de roles (administrador, supervisor, vigilante).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RF-03: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la gestión de perfiles de usuario (crear, editar, activar, desactivar).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Google Shape;139;g3a8cb5ef095_0_5"/>
          <p:cNvSpPr txBox="1"/>
          <p:nvPr/>
        </p:nvSpPr>
        <p:spPr>
          <a:xfrm>
            <a:off x="456236" y="359190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 de Incidentes</a:t>
            </a:r>
            <a:endParaRPr lang="en-US" sz="97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3900" dirty="0"/>
          </a:p>
        </p:txBody>
      </p:sp>
      <p:sp>
        <p:nvSpPr>
          <p:cNvPr id="8" name="Google Shape;140;g3a8cb5ef095_0_5"/>
          <p:cNvSpPr txBox="1"/>
          <p:nvPr/>
        </p:nvSpPr>
        <p:spPr>
          <a:xfrm>
            <a:off x="456236" y="4347147"/>
            <a:ext cx="10307100" cy="2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RF-01: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el registro de usuarios mediante correo electrónico y contraseña, validando el formato del correo y almacenando la contraseña cifrada.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RF-02: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la autenticación de usuarios mediante inicio de sesión con control de roles (administrador, supervisor, vigilante).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RF-03: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la gestión de perfiles de usuario (crear, editar, activar, desactivar).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9;g3a8cb5ef095_0_5"/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 de Reporte </a:t>
            </a:r>
            <a:endParaRPr lang="en-US" sz="97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3900" dirty="0"/>
          </a:p>
        </p:txBody>
      </p:sp>
      <p:sp>
        <p:nvSpPr>
          <p:cNvPr id="5" name="Google Shape;140;g3a8cb5ef095_0_5"/>
          <p:cNvSpPr txBox="1"/>
          <p:nvPr/>
        </p:nvSpPr>
        <p:spPr>
          <a:xfrm>
            <a:off x="580513" y="1207444"/>
            <a:ext cx="10307100" cy="184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RF-01: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enviar alertas en tiempo real cuando se reporte un incidente o se active el botón de pánico.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RF-02: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comunicación mediante chat entre vigilantes y supervisores.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RF-03: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incluir un botón de pánico que envíe ubicación en tiempo real.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Google Shape;139;g3a8cb5ef095_0_5"/>
          <p:cNvSpPr txBox="1"/>
          <p:nvPr/>
        </p:nvSpPr>
        <p:spPr>
          <a:xfrm>
            <a:off x="456236" y="34290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 de Historial </a:t>
            </a:r>
            <a:endParaRPr lang="en-US" sz="97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3900" dirty="0"/>
          </a:p>
        </p:txBody>
      </p:sp>
      <p:sp>
        <p:nvSpPr>
          <p:cNvPr id="7" name="Google Shape;140;g3a8cb5ef095_0_5"/>
          <p:cNvSpPr txBox="1"/>
          <p:nvPr/>
        </p:nvSpPr>
        <p:spPr>
          <a:xfrm>
            <a:off x="580513" y="4134622"/>
            <a:ext cx="10307100" cy="152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RF-01: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almacenar el historial de incidentes, turnos y rondas.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RF-02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El sistema debe permitir consultar el historial mediante filtros.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RF-03: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exportar reportes para análisis.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2945</Words>
  <Application>WPS Presentation</Application>
  <PresentationFormat>Panorámica</PresentationFormat>
  <Paragraphs>67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Work Sans</vt:lpstr>
      <vt:lpstr>Times New Roman</vt:lpstr>
      <vt:lpstr>MS Mincho</vt:lpstr>
      <vt:lpstr>Yu Gothic UI</vt:lpstr>
      <vt:lpstr>Times New Roman</vt:lpstr>
      <vt:lpstr>Cambria</vt:lpstr>
      <vt:lpstr>Microsoft YaHei</vt:lpstr>
      <vt:lpstr>Arial Unicode MS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APRENDIZ</cp:lastModifiedBy>
  <cp:revision>7</cp:revision>
  <dcterms:created xsi:type="dcterms:W3CDTF">2020-10-01T23:51:00Z</dcterms:created>
  <dcterms:modified xsi:type="dcterms:W3CDTF">2026-06-09T15:46:22Z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7FE8B0C3E9004F05BFA7455623D03957_12</vt:lpwstr>
  </property>
  <property fmtid="{D5CDD505-2E9C-101B-9397-08002B2CF9AE}" pid="10" name="KSOProductBuildVer">
    <vt:lpwstr>2058-12.1.0.26880</vt:lpwstr>
  </property>
</Properties>
</file>