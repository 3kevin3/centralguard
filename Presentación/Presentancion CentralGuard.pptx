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Work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/U5u60sn9rKpb3Hg92+/w2apa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Work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WorkSans-bold.fntdata"/><Relationship Id="rId6" Type="http://schemas.openxmlformats.org/officeDocument/2006/relationships/slide" Target="slides/slide1.xml"/><Relationship Id="rId18" Type="http://schemas.openxmlformats.org/officeDocument/2006/relationships/font" Target="fonts/Work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8f4a72c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958f4a72c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2abf5e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962abf5e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962abf5e3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cb5ef0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a8cb5ef0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b5ef09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a8cb5ef09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cb5ef09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a8cb5ef09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2303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5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CentralGuard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24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Guardianes de tu confianza.</a:t>
            </a:r>
            <a:endParaRPr b="1" i="0" sz="24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42600" y="3950375"/>
            <a:ext cx="4712400" cy="9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Adrian Enciso Enciso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Jesús Daniel Reyes Tobasura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Paula Camila Suárez Ramos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Angie Paola Fajardo Cuadros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5" name="Google Shape;95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42450" y="2372685"/>
            <a:ext cx="10307100" cy="20005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software denominado </a:t>
            </a:r>
            <a:r>
              <a:rPr b="0" i="1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CentralGuard </a:t>
            </a: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permita la optimización de seguridad,</a:t>
            </a: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 control de accesos, el personal y la gestión operativa de complejos residenciales.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25796" y="1447365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especificos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962abf5e38_0_5"/>
          <p:cNvSpPr txBox="1"/>
          <p:nvPr/>
        </p:nvSpPr>
        <p:spPr>
          <a:xfrm>
            <a:off x="1092900" y="787489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5" name="Google Shape;115;g3962abf5e38_0_5"/>
          <p:cNvSpPr/>
          <p:nvPr/>
        </p:nvSpPr>
        <p:spPr>
          <a:xfrm>
            <a:off x="471225" y="3032735"/>
            <a:ext cx="1124955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Operativa: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Digitalizar el control de accesos, rondas y novedades bajo un modelo de datos normalizado.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de Roles: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Implementar acceso jerárquico para Administradores, Supervisores y Vigilantes.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Datos: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Generar reportes para facilitar la toma de decisiones.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Rendimiento y Escalabilidad: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Asegurar alta disponibilidad y tiempos de respuesta óptimos ante el crecimiento de usuarios.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022700" y="2608175"/>
            <a:ext cx="10146600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7301" y="2336624"/>
            <a:ext cx="10307100" cy="25083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¿De qué manera se puede optimizar la vigilancia y la comunicación en tiempo real entre vigilantes, supervisores y administradores mediante un software de seguridad?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772100" y="1158250"/>
            <a:ext cx="1000620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O" sz="7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b5ef095_0_0"/>
          <p:cNvSpPr txBox="1"/>
          <p:nvPr/>
        </p:nvSpPr>
        <p:spPr>
          <a:xfrm>
            <a:off x="1022700" y="2608175"/>
            <a:ext cx="1014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Modulos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4" name="Google Shape;134;g3a8cb5ef095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cb5ef095_0_5"/>
          <p:cNvSpPr txBox="1"/>
          <p:nvPr/>
        </p:nvSpPr>
        <p:spPr>
          <a:xfrm>
            <a:off x="456236" y="1008112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1 –</a:t>
            </a:r>
            <a:r>
              <a:rPr b="1" i="0" lang="es-CO" sz="3600" u="none" cap="none" strike="noStrike">
                <a:solidFill>
                  <a:srgbClr val="8DA9DB"/>
                </a:solidFill>
                <a:latin typeface="Arial"/>
                <a:ea typeface="Arial"/>
                <a:cs typeface="Arial"/>
                <a:sym typeface="Arial"/>
              </a:rPr>
              <a:t> Inventarios</a:t>
            </a:r>
            <a:endParaRPr b="1" i="0" sz="3900" u="none" cap="none" strike="noStrike">
              <a:solidFill>
                <a:srgbClr val="8DA9D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a8cb5ef095_0_5"/>
          <p:cNvSpPr txBox="1"/>
          <p:nvPr/>
        </p:nvSpPr>
        <p:spPr>
          <a:xfrm>
            <a:off x="456236" y="1749712"/>
            <a:ext cx="10307100" cy="1020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Administrar la asignación, entrega y seguimiento de equipos o elementos de trabajo.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g3a8cb5ef095_0_5"/>
          <p:cNvSpPr txBox="1"/>
          <p:nvPr/>
        </p:nvSpPr>
        <p:spPr>
          <a:xfrm>
            <a:off x="456236" y="318801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2 – </a:t>
            </a:r>
            <a:r>
              <a:rPr b="1" i="0" lang="es-CO" sz="3600" u="none" cap="none" strike="noStrike">
                <a:solidFill>
                  <a:srgbClr val="FFD865"/>
                </a:solidFill>
                <a:latin typeface="Calibri"/>
                <a:ea typeface="Calibri"/>
                <a:cs typeface="Calibri"/>
                <a:sym typeface="Calibri"/>
              </a:rPr>
              <a:t>Personal - Usuarios</a:t>
            </a:r>
            <a:endParaRPr b="0" i="0" sz="3900" u="none" cap="none" strike="noStrike">
              <a:solidFill>
                <a:srgbClr val="FFD8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a8cb5ef095_0_5"/>
          <p:cNvSpPr txBox="1"/>
          <p:nvPr/>
        </p:nvSpPr>
        <p:spPr>
          <a:xfrm>
            <a:off x="456236" y="4087527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Gestionar la información laboral, contratos, historial, advertencias y desempeño de los trabajadores.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8cb5ef095_0_11"/>
          <p:cNvSpPr txBox="1"/>
          <p:nvPr/>
        </p:nvSpPr>
        <p:spPr>
          <a:xfrm>
            <a:off x="456236" y="1171655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3 –</a:t>
            </a:r>
            <a:r>
              <a:rPr b="1" i="0" lang="es-CO" sz="3600" u="none" cap="none" strike="noStrike">
                <a:solidFill>
                  <a:srgbClr val="CCCCFF"/>
                </a:solidFill>
                <a:latin typeface="Arial"/>
                <a:ea typeface="Arial"/>
                <a:cs typeface="Arial"/>
                <a:sym typeface="Arial"/>
              </a:rPr>
              <a:t> Operación diaria</a:t>
            </a:r>
            <a:endParaRPr b="1" i="0" sz="3900" u="none" cap="none" strike="noStrike">
              <a:solidFill>
                <a:srgbClr val="CC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a8cb5ef095_0_11"/>
          <p:cNvSpPr txBox="1"/>
          <p:nvPr/>
        </p:nvSpPr>
        <p:spPr>
          <a:xfrm>
            <a:off x="456236" y="1876521"/>
            <a:ext cx="1030710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Controlar turnos, rondas, accesos vehiculares y registros de ingreso en campo.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8cb5ef095_0_11"/>
          <p:cNvSpPr txBox="1"/>
          <p:nvPr/>
        </p:nvSpPr>
        <p:spPr>
          <a:xfrm>
            <a:off x="456236" y="3544067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4 – </a:t>
            </a:r>
            <a:r>
              <a:rPr b="1" i="0" lang="es-CO" sz="3600" u="none" cap="none" strike="noStrike">
                <a:solidFill>
                  <a:srgbClr val="F4B081"/>
                </a:solidFill>
                <a:latin typeface="Arial"/>
                <a:ea typeface="Arial"/>
                <a:cs typeface="Arial"/>
                <a:sym typeface="Arial"/>
              </a:rPr>
              <a:t>Estructura</a:t>
            </a:r>
            <a:endParaRPr b="1" i="0" sz="3900" u="none" cap="none" strike="noStrike">
              <a:solidFill>
                <a:srgbClr val="F4B0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a8cb5ef095_0_11"/>
          <p:cNvSpPr txBox="1"/>
          <p:nvPr/>
        </p:nvSpPr>
        <p:spPr>
          <a:xfrm>
            <a:off x="456236" y="4285667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Administrar conjuntos residenciales, puestos de vigilancia y cuentas de usuarios del sistema.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456236" y="1067752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5 – </a:t>
            </a:r>
            <a:r>
              <a:rPr b="1" i="0" lang="es-CO" sz="3600" u="none" cap="none" strike="noStrike">
                <a:solidFill>
                  <a:srgbClr val="FFCCFF"/>
                </a:solidFill>
                <a:latin typeface="Arial"/>
                <a:ea typeface="Arial"/>
                <a:cs typeface="Arial"/>
                <a:sym typeface="Arial"/>
              </a:rPr>
              <a:t>Catálogos</a:t>
            </a:r>
            <a:endParaRPr b="1" i="0" sz="3900" u="none" cap="none" strike="noStrike">
              <a:solidFill>
                <a:srgbClr val="FF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456236" y="1905815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Centralizar tablas maestras de documentos, roles, teléfonos y clasificaciones generales.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456236" y="3544067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6 – </a:t>
            </a:r>
            <a:r>
              <a:rPr b="1" i="0" lang="es-CO" sz="3600" u="none" cap="none" strike="noStrike">
                <a:solidFill>
                  <a:srgbClr val="A8D08C"/>
                </a:solidFill>
                <a:latin typeface="Arial"/>
                <a:ea typeface="Arial"/>
                <a:cs typeface="Arial"/>
                <a:sym typeface="Arial"/>
              </a:rPr>
              <a:t>Incidencias</a:t>
            </a:r>
            <a:endParaRPr b="1" i="0" sz="3900" u="none" cap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456236" y="4285667"/>
            <a:ext cx="10307100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Registrar novedades, objetos perdidos, encomiendas, evidencias y contingencias de seguridad.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