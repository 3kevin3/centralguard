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Work Sans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S/7QK5yfIy9KnDfO5aKHbjyEL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3958f4a72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962abf5e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962abf5e3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a8cb5ef0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a8cb5ef0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cb5ef09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a8cb5ef09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5400" b="1" dirty="0" err="1">
                <a:solidFill>
                  <a:srgbClr val="404040"/>
                </a:solidFill>
              </a:rPr>
              <a:t>CentralGuard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Guardianes de tu confianza.</a:t>
            </a:r>
            <a:endParaRPr sz="2400" b="1" i="0" u="none" strike="noStrike" cap="none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419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</a:t>
            </a:r>
            <a:r>
              <a:rPr lang="es-419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Adrian</a:t>
            </a:r>
            <a:r>
              <a:rPr lang="es-419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Enciso </a:t>
            </a:r>
            <a:r>
              <a:rPr lang="es-419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Enciso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Sheyder</a:t>
            </a: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Daniel Sierra Galeano 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Jesús Daniel Reyes </a:t>
            </a:r>
            <a:r>
              <a:rPr lang="es-CO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Tobasura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Paula Camila Suárez Ramos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Angie Paola Fajardo Cuadros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372685"/>
            <a:ext cx="10307100" cy="236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s-CO" sz="2400" dirty="0"/>
              <a:t>Desarrollar una aplicación web y móvil denominada </a:t>
            </a:r>
            <a:r>
              <a:rPr lang="es-CO" sz="2400" dirty="0" err="1"/>
              <a:t>CentralGuard</a:t>
            </a:r>
            <a:r>
              <a:rPr lang="es-CO" sz="2400" dirty="0"/>
              <a:t> que permita la gestión de seguridad, facilitando el registro y monitoreo de incidentes en tiempo real, control de usuarios por roles y seguimiento de rondas.</a:t>
            </a:r>
            <a:endParaRPr sz="2400" dirty="0"/>
          </a:p>
        </p:txBody>
      </p:sp>
      <p:sp>
        <p:nvSpPr>
          <p:cNvPr id="102" name="Google Shape;102;p5"/>
          <p:cNvSpPr txBox="1"/>
          <p:nvPr/>
        </p:nvSpPr>
        <p:spPr>
          <a:xfrm>
            <a:off x="625796" y="1447365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especificos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E6DA21-1E3B-43C7-846C-E1894A4A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5" y="3171234"/>
            <a:ext cx="1124955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1800" b="1" dirty="0"/>
              <a:t>Gestión Operativa:</a:t>
            </a:r>
            <a:r>
              <a:rPr lang="es-CO" sz="1800" dirty="0"/>
              <a:t> Digitalizar el control de accesos, rondas y novedades bajo un modelo de datos normalizado.</a:t>
            </a:r>
          </a:p>
          <a:p>
            <a:r>
              <a:rPr lang="es-CO" sz="1800" b="1" dirty="0"/>
              <a:t>Control de Roles:</a:t>
            </a:r>
            <a:r>
              <a:rPr lang="es-CO" sz="1800" dirty="0"/>
              <a:t> Implementar acceso jerárquico para Administradores, Supervisores y Vigilantes.</a:t>
            </a:r>
          </a:p>
          <a:p>
            <a:r>
              <a:rPr lang="es-CO" sz="1800" b="1" dirty="0"/>
              <a:t>Auditoría:</a:t>
            </a:r>
            <a:r>
              <a:rPr lang="es-CO" sz="1800" dirty="0"/>
              <a:t> Registrar acciones críticas (novedades) para asegurar el control administrativo.</a:t>
            </a:r>
          </a:p>
          <a:p>
            <a:r>
              <a:rPr lang="es-CO" sz="1800" b="1" dirty="0"/>
              <a:t>Escalabilidad:</a:t>
            </a:r>
            <a:r>
              <a:rPr lang="es-CO" sz="1800" dirty="0"/>
              <a:t> Asegurar alta disponibilidad y tiempos de respuesta óptimos ante el crecimiento de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250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s-419" sz="3200" dirty="0"/>
              <a:t>¿De qué manera se puede optimizar la vigilancia y la comunicación en tiempo real entre vigilantes, supervisores y administradores mediante un software de seguridad?</a:t>
            </a:r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72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1. Módulo de Administración</a:t>
            </a:r>
            <a:endParaRPr sz="3900" b="1" dirty="0"/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580513" y="1207444"/>
            <a:ext cx="10307100" cy="198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2000" b="1" dirty="0"/>
              <a:t>RF-01: Registro y Autenticación:</a:t>
            </a:r>
            <a:r>
              <a:rPr lang="es-CO" sz="2000" dirty="0"/>
              <a:t> Registro cifrado y validación de formatos.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2000" b="1" dirty="0"/>
              <a:t>RF-02: Control de Acceso:</a:t>
            </a:r>
            <a:r>
              <a:rPr lang="es-CO" sz="2000" dirty="0"/>
              <a:t> Gestión de roles (</a:t>
            </a:r>
            <a:r>
              <a:rPr lang="es-CO" sz="2000" dirty="0" err="1"/>
              <a:t>Admin</a:t>
            </a:r>
            <a:r>
              <a:rPr lang="es-CO" sz="2000" dirty="0"/>
              <a:t>, Supervisor, Vigilante) para restringir vistas según permisos.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2000" b="1" dirty="0"/>
              <a:t>RF-03: Gestión de Perfiles:</a:t>
            </a:r>
            <a:r>
              <a:rPr lang="es-CO" sz="2000" dirty="0"/>
              <a:t> CRUD (Crear, Leer, Actualizar, Desactivar) de usuarios.</a:t>
            </a:r>
            <a:endParaRPr lang="es-419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BBE5D875-CC26-44AA-B028-E3B5C2BC3C7C}"/>
              </a:ext>
            </a:extLst>
          </p:cNvPr>
          <p:cNvSpPr txBox="1"/>
          <p:nvPr/>
        </p:nvSpPr>
        <p:spPr>
          <a:xfrm>
            <a:off x="456236" y="34290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Módulo de Seguridad</a:t>
            </a:r>
            <a:endParaRPr sz="3900" dirty="0"/>
          </a:p>
        </p:txBody>
      </p:sp>
      <p:sp>
        <p:nvSpPr>
          <p:cNvPr id="8" name="Google Shape;140;g3a8cb5ef095_0_5">
            <a:extLst>
              <a:ext uri="{FF2B5EF4-FFF2-40B4-BE49-F238E27FC236}">
                <a16:creationId xmlns:a16="http://schemas.microsoft.com/office/drawing/2014/main" id="{9D952508-3840-44A9-B072-ACB488662C87}"/>
              </a:ext>
            </a:extLst>
          </p:cNvPr>
          <p:cNvSpPr txBox="1"/>
          <p:nvPr/>
        </p:nvSpPr>
        <p:spPr>
          <a:xfrm>
            <a:off x="456236" y="4258237"/>
            <a:ext cx="103071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CO" sz="2000" b="1" dirty="0"/>
              <a:t>RF-04: Registro de Accesos:</a:t>
            </a:r>
            <a:r>
              <a:rPr lang="es-CO" sz="2000" dirty="0"/>
              <a:t> Control de entrada y salida de personas, vehículos, pedidos y objetos perdidos.</a:t>
            </a:r>
          </a:p>
          <a:p>
            <a:endParaRPr lang="es-CO" sz="2000" b="1" dirty="0"/>
          </a:p>
          <a:p>
            <a:r>
              <a:rPr lang="es-CO" sz="2000" b="1" dirty="0"/>
              <a:t>RF-05: Bitácora de Rondas:</a:t>
            </a:r>
            <a:r>
              <a:rPr lang="es-CO" sz="2000" dirty="0"/>
              <a:t> Seguimiento de turnos y rondas en tiempo real.</a:t>
            </a:r>
          </a:p>
          <a:p>
            <a:endParaRPr lang="es-CO" sz="2000" dirty="0"/>
          </a:p>
          <a:p>
            <a:r>
              <a:rPr lang="es-CO" sz="2000" b="1" dirty="0"/>
              <a:t>RF-06: Gestión de Novedades:</a:t>
            </a:r>
            <a:r>
              <a:rPr lang="es-CO" sz="2000" dirty="0"/>
              <a:t> Registro de novedades con detalle, hora y evidencia fotográfica.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9;g3a8cb5ef095_0_5">
            <a:extLst>
              <a:ext uri="{FF2B5EF4-FFF2-40B4-BE49-F238E27FC236}">
                <a16:creationId xmlns:a16="http://schemas.microsoft.com/office/drawing/2014/main" id="{4623004B-3624-4A14-9A6C-7EBD2462AE41}"/>
              </a:ext>
            </a:extLst>
          </p:cNvPr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3. Módulo de Comunicación</a:t>
            </a:r>
            <a:endParaRPr sz="3900" b="1" dirty="0"/>
          </a:p>
        </p:txBody>
      </p:sp>
      <p:sp>
        <p:nvSpPr>
          <p:cNvPr id="5" name="Google Shape;140;g3a8cb5ef095_0_5">
            <a:extLst>
              <a:ext uri="{FF2B5EF4-FFF2-40B4-BE49-F238E27FC236}">
                <a16:creationId xmlns:a16="http://schemas.microsoft.com/office/drawing/2014/main" id="{A59DB020-F08C-45AC-A87A-4373E8A611CB}"/>
              </a:ext>
            </a:extLst>
          </p:cNvPr>
          <p:cNvSpPr txBox="1"/>
          <p:nvPr/>
        </p:nvSpPr>
        <p:spPr>
          <a:xfrm>
            <a:off x="456236" y="1134963"/>
            <a:ext cx="10307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CO" sz="2000" b="1" dirty="0"/>
              <a:t>RF-07: Notificaciones en Tiempo Real:</a:t>
            </a:r>
            <a:r>
              <a:rPr lang="es-CO" sz="2000" dirty="0"/>
              <a:t> Mensajes en tiempo real ante eventos críticos o reportes de novedades.</a:t>
            </a:r>
          </a:p>
          <a:p>
            <a:endParaRPr lang="es-CO" sz="2000" dirty="0"/>
          </a:p>
          <a:p>
            <a:r>
              <a:rPr lang="es-CO" sz="2000" b="1" dirty="0"/>
              <a:t>RF-08: Comunicación Directa:</a:t>
            </a:r>
            <a:r>
              <a:rPr lang="es-CO" sz="2000" dirty="0"/>
              <a:t> Sistema de chat interno para coordinación entre supervisores y administradores.</a:t>
            </a:r>
          </a:p>
          <a:p>
            <a:endParaRPr lang="es-CO" sz="2000" dirty="0"/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48029674-C89E-4794-9BF4-CD07C9D46B8B}"/>
              </a:ext>
            </a:extLst>
          </p:cNvPr>
          <p:cNvSpPr txBox="1"/>
          <p:nvPr/>
        </p:nvSpPr>
        <p:spPr>
          <a:xfrm>
            <a:off x="456236" y="3544067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4. Módulo de Análisis</a:t>
            </a:r>
            <a:endParaRPr sz="3900" b="1" dirty="0"/>
          </a:p>
        </p:txBody>
      </p:sp>
      <p:sp>
        <p:nvSpPr>
          <p:cNvPr id="7" name="Google Shape;140;g3a8cb5ef095_0_5">
            <a:extLst>
              <a:ext uri="{FF2B5EF4-FFF2-40B4-BE49-F238E27FC236}">
                <a16:creationId xmlns:a16="http://schemas.microsoft.com/office/drawing/2014/main" id="{094B1B4A-0060-44CB-AAD5-64BB736A87F9}"/>
              </a:ext>
            </a:extLst>
          </p:cNvPr>
          <p:cNvSpPr txBox="1"/>
          <p:nvPr/>
        </p:nvSpPr>
        <p:spPr>
          <a:xfrm>
            <a:off x="456236" y="4285667"/>
            <a:ext cx="103071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CO" sz="2000" b="1" dirty="0"/>
              <a:t>RF-10: Programación y Turnos:</a:t>
            </a:r>
            <a:r>
              <a:rPr lang="es-CO" sz="2000" dirty="0"/>
              <a:t> Asignación de horarios y equipos de trabajo.</a:t>
            </a:r>
          </a:p>
          <a:p>
            <a:endParaRPr lang="es-CO" sz="2000" dirty="0"/>
          </a:p>
          <a:p>
            <a:r>
              <a:rPr lang="es-CO" sz="2000" b="1" dirty="0"/>
              <a:t>RF-11: Generación de Reportes:</a:t>
            </a:r>
            <a:r>
              <a:rPr lang="es-CO" sz="2000" dirty="0"/>
              <a:t> Exportación de informes para análisis de gestión y toma de decisiones.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360</Words>
  <Application>Microsoft Office PowerPoint</Application>
  <PresentationFormat>Panorámica</PresentationFormat>
  <Paragraphs>42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Work Sans</vt:lpstr>
      <vt:lpstr>Times New Roman</vt:lpstr>
      <vt:lpstr>Calibri</vt:lpstr>
      <vt:lpstr>Cambria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APRENDIZ</cp:lastModifiedBy>
  <cp:revision>8</cp:revision>
  <dcterms:created xsi:type="dcterms:W3CDTF">2020-10-01T23:51:28Z</dcterms:created>
  <dcterms:modified xsi:type="dcterms:W3CDTF">2026-06-18T15:15:38Z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